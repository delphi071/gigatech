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3"/>
  </p:notesMasterIdLst>
  <p:handoutMasterIdLst>
    <p:handoutMasterId r:id="rId4"/>
  </p:handoutMasterIdLst>
  <p:sldIdLst>
    <p:sldId id="292" r:id="rId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CFD"/>
    <a:srgbClr val="C1CCF6"/>
    <a:srgbClr val="D5BAEB"/>
    <a:srgbClr val="8E9DEF"/>
    <a:srgbClr val="A6EDD2"/>
    <a:srgbClr val="A3E6FF"/>
    <a:srgbClr val="FFFFFF"/>
    <a:srgbClr val="E0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2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41B9F4-237B-4ED9-8643-28667AF9AACA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2023-05-30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537205A-E1E8-4792-BFE4-BDA00885454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8B3A720-FC7D-4238-806E-EA0ED26EB276}" type="datetime1">
              <a:rPr lang="ko-KR" altLang="en-US" smtClean="0"/>
              <a:t>2023-05-30</a:t>
            </a:fld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2C31BA-67D8-413F-A5DD-028125073D1D}" type="slidenum">
              <a:rPr lang="en-US" smtClean="0"/>
              <a:pPr/>
              <a:t>‹#›</a:t>
            </a:fld>
            <a:endParaRPr 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70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573E3DBF-41C1-443E-81AA-782028EA8A4E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521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0CF69B0D-8A84-4828-9342-028FB9CF2958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5300" y="1543050"/>
            <a:ext cx="11353800" cy="4733925"/>
          </a:xfrm>
        </p:spPr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604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4698418A-2183-4568-96C7-AE3579096FEA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직선 연결선(S) 82">
            <a:extLst>
              <a:ext uri="{FF2B5EF4-FFF2-40B4-BE49-F238E27FC236}">
                <a16:creationId xmlns:a16="http://schemas.microsoft.com/office/drawing/2014/main" id="{6B7B494C-8888-457E-82D1-32EE6B401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32703" y="3286274"/>
            <a:ext cx="0" cy="3108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(S) 83">
            <a:extLst>
              <a:ext uri="{FF2B5EF4-FFF2-40B4-BE49-F238E27FC236}">
                <a16:creationId xmlns:a16="http://schemas.microsoft.com/office/drawing/2014/main" id="{215A627E-A616-4B35-A822-BCD857D0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91550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(S) 84">
            <a:extLst>
              <a:ext uri="{FF2B5EF4-FFF2-40B4-BE49-F238E27FC236}">
                <a16:creationId xmlns:a16="http://schemas.microsoft.com/office/drawing/2014/main" id="{338A3F58-952C-4C6C-BE73-668B41F8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50397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(S) 86">
            <a:extLst>
              <a:ext uri="{FF2B5EF4-FFF2-40B4-BE49-F238E27FC236}">
                <a16:creationId xmlns:a16="http://schemas.microsoft.com/office/drawing/2014/main" id="{E0A5E395-38A3-4ED8-A1C1-7892BF5B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98015" y="3293247"/>
            <a:ext cx="0" cy="54864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엘보 6">
            <a:extLst>
              <a:ext uri="{FF2B5EF4-FFF2-40B4-BE49-F238E27FC236}">
                <a16:creationId xmlns:a16="http://schemas.microsoft.com/office/drawing/2014/main" id="{1C54223A-2F2C-4434-A30B-92D8CEE9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 flipV="1">
            <a:off x="2190475" y="2416886"/>
            <a:ext cx="8015050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(S) 96">
            <a:extLst>
              <a:ext uri="{FF2B5EF4-FFF2-40B4-BE49-F238E27FC236}">
                <a16:creationId xmlns:a16="http://schemas.microsoft.com/office/drawing/2014/main" id="{B5956150-D730-4D39-8E56-5123DA7B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033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(S) 97">
            <a:extLst>
              <a:ext uri="{FF2B5EF4-FFF2-40B4-BE49-F238E27FC236}">
                <a16:creationId xmlns:a16="http://schemas.microsoft.com/office/drawing/2014/main" id="{98000C8A-C564-4106-9005-252681A7F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4603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(S) 98">
            <a:extLst>
              <a:ext uri="{FF2B5EF4-FFF2-40B4-BE49-F238E27FC236}">
                <a16:creationId xmlns:a16="http://schemas.microsoft.com/office/drawing/2014/main" id="{DFAFA2FD-B58C-4CB3-83BF-D7037A44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40141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(S) 200">
            <a:extLst>
              <a:ext uri="{FF2B5EF4-FFF2-40B4-BE49-F238E27FC236}">
                <a16:creationId xmlns:a16="http://schemas.microsoft.com/office/drawing/2014/main" id="{7B2075F3-49F1-4561-B16C-A60D139B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094603" y="1344557"/>
            <a:ext cx="1396" cy="1128768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(S) 205">
            <a:extLst>
              <a:ext uri="{FF2B5EF4-FFF2-40B4-BE49-F238E27FC236}">
                <a16:creationId xmlns:a16="http://schemas.microsoft.com/office/drawing/2014/main" id="{3075AB11-BAD3-42E5-BC8F-B1153E21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3856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FE5CE1F8-570D-4885-B9A3-2539980A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2703" y="387301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BDB4A596-1925-4CF0-8DDA-2DBE3E6B7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8886" y="468835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0C9845EF-AB31-4EB7-ADFB-2543D9298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8886" y="5557740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273FE68B-D6B3-4422-B31A-4154C1A2B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91550" y="387682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id="{EAD5F2CB-5BF2-4605-A7BB-3DBC9B1B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450397" y="387682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3377B15D-B0DE-401C-93B7-D8352DEE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598015" y="3839760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8E4CD3FD-4CA2-4C9C-89C8-73F04D56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73856" y="387301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(S) 23">
            <a:extLst>
              <a:ext uri="{FF2B5EF4-FFF2-40B4-BE49-F238E27FC236}">
                <a16:creationId xmlns:a16="http://schemas.microsoft.com/office/drawing/2014/main" id="{9C12CAFB-EB6F-4237-A8EF-4BED7D1D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28215" y="639523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 descr="장식 요소"/>
          <p:cNvSpPr>
            <a:spLocks noGrp="1"/>
          </p:cNvSpPr>
          <p:nvPr>
            <p:ph type="title"/>
          </p:nvPr>
        </p:nvSpPr>
        <p:spPr>
          <a:xfrm>
            <a:off x="495737" y="308698"/>
            <a:ext cx="5238313" cy="853352"/>
          </a:xfrm>
        </p:spPr>
        <p:txBody>
          <a:bodyPr lIns="91440" rtlCol="0">
            <a:noAutofit/>
          </a:bodyPr>
          <a:lstStyle/>
          <a:p>
            <a:pPr rtl="0"/>
            <a:r>
              <a:rPr lang="en-US" altLang="ko-KR" noProof="1"/>
              <a:t>CONTOSO</a:t>
            </a:r>
            <a:endParaRPr lang="ko-KR" altLang="en-US" noProof="1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C2289C-E06D-4F42-9504-C59FC2CB9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ko-KR" altLang="en-US" noProof="1"/>
              <a:t>조직도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2543CF-3BD4-40B0-BB18-006DCC4331CA}"/>
              </a:ext>
            </a:extLst>
          </p:cNvPr>
          <p:cNvSpPr/>
          <p:nvPr/>
        </p:nvSpPr>
        <p:spPr>
          <a:xfrm>
            <a:off x="5181599" y="613037"/>
            <a:ext cx="1828800" cy="731520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대표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1E8B07-0BC6-4DE6-B1E4-773C5D1F75EB}"/>
              </a:ext>
            </a:extLst>
          </p:cNvPr>
          <p:cNvSpPr/>
          <p:nvPr/>
        </p:nvSpPr>
        <p:spPr>
          <a:xfrm>
            <a:off x="1276075" y="2561727"/>
            <a:ext cx="1828800" cy="731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경영지원실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DC38D3DB-30B8-4A79-9C76-C565CFF33780}"/>
              </a:ext>
            </a:extLst>
          </p:cNvPr>
          <p:cNvSpPr/>
          <p:nvPr/>
        </p:nvSpPr>
        <p:spPr>
          <a:xfrm>
            <a:off x="1742084" y="3514874"/>
            <a:ext cx="1371600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회계 관리팀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3AE564E-E1AB-422A-9067-1D83448922D2}"/>
              </a:ext>
            </a:extLst>
          </p:cNvPr>
          <p:cNvSpPr/>
          <p:nvPr/>
        </p:nvSpPr>
        <p:spPr>
          <a:xfrm>
            <a:off x="3232194" y="2554414"/>
            <a:ext cx="182880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성능점검실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00EF2F1-621C-44D5-923A-283EAD95A813}"/>
              </a:ext>
            </a:extLst>
          </p:cNvPr>
          <p:cNvSpPr/>
          <p:nvPr/>
        </p:nvSpPr>
        <p:spPr>
          <a:xfrm>
            <a:off x="3689089" y="3475707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1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AF7D30AD-3130-40C6-8BC9-7EE80B4B9A00}"/>
              </a:ext>
            </a:extLst>
          </p:cNvPr>
          <p:cNvSpPr/>
          <p:nvPr/>
        </p:nvSpPr>
        <p:spPr>
          <a:xfrm>
            <a:off x="3689089" y="4304551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2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893426B-E83B-41DC-A793-6BBC6104B3A6}"/>
              </a:ext>
            </a:extLst>
          </p:cNvPr>
          <p:cNvSpPr/>
          <p:nvPr/>
        </p:nvSpPr>
        <p:spPr>
          <a:xfrm>
            <a:off x="3687476" y="5145380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3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5612D2-B90B-47E9-B7AF-5CCA9F91F123}"/>
              </a:ext>
            </a:extLst>
          </p:cNvPr>
          <p:cNvSpPr/>
          <p:nvPr/>
        </p:nvSpPr>
        <p:spPr>
          <a:xfrm>
            <a:off x="3680762" y="5996946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4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84C8281-0D5E-4BF0-AB85-487647294920}"/>
              </a:ext>
            </a:extLst>
          </p:cNvPr>
          <p:cNvSpPr/>
          <p:nvPr/>
        </p:nvSpPr>
        <p:spPr>
          <a:xfrm>
            <a:off x="5181599" y="2554414"/>
            <a:ext cx="18288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기술지원실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1AC151D-872D-4D73-AE29-952F653257C0}"/>
              </a:ext>
            </a:extLst>
          </p:cNvPr>
          <p:cNvSpPr/>
          <p:nvPr/>
        </p:nvSpPr>
        <p:spPr>
          <a:xfrm>
            <a:off x="5765869" y="3514874"/>
            <a:ext cx="1371600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기술지원팀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9118B4F-266C-48F0-8CAF-8BA67DF9A649}"/>
              </a:ext>
            </a:extLst>
          </p:cNvPr>
          <p:cNvSpPr/>
          <p:nvPr/>
        </p:nvSpPr>
        <p:spPr>
          <a:xfrm>
            <a:off x="7131004" y="2554414"/>
            <a:ext cx="1828800" cy="731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영업지원실</a:t>
            </a:r>
            <a:endParaRPr lang="en-US" altLang="ko-KR" sz="1050" noProof="1">
              <a:solidFill>
                <a:schemeClr val="accent3">
                  <a:lumMod val="50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2FE95E2-7899-46D1-BD09-DBC69EBBF739}"/>
              </a:ext>
            </a:extLst>
          </p:cNvPr>
          <p:cNvSpPr/>
          <p:nvPr/>
        </p:nvSpPr>
        <p:spPr>
          <a:xfrm>
            <a:off x="7583100" y="3471055"/>
            <a:ext cx="1371600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영업지원팀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8EED5A81-D106-422F-8455-CF5F456EB3E0}"/>
              </a:ext>
            </a:extLst>
          </p:cNvPr>
          <p:cNvSpPr/>
          <p:nvPr/>
        </p:nvSpPr>
        <p:spPr>
          <a:xfrm>
            <a:off x="9080409" y="2561727"/>
            <a:ext cx="1828800" cy="7315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5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인사 관리실</a:t>
            </a:r>
            <a:endParaRPr lang="ko-KR" altLang="en-US" sz="900" noProof="1">
              <a:solidFill>
                <a:schemeClr val="accent5">
                  <a:lumMod val="50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D569EE8-357F-4061-8190-6041007FBE4B}"/>
              </a:ext>
            </a:extLst>
          </p:cNvPr>
          <p:cNvSpPr/>
          <p:nvPr/>
        </p:nvSpPr>
        <p:spPr>
          <a:xfrm>
            <a:off x="9753088" y="3560594"/>
            <a:ext cx="13716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5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인사 관리팀</a:t>
            </a:r>
          </a:p>
        </p:txBody>
      </p:sp>
      <p:cxnSp>
        <p:nvCxnSpPr>
          <p:cNvPr id="11" name="직선 연결선(S) 9">
            <a:extLst>
              <a:ext uri="{FF2B5EF4-FFF2-40B4-BE49-F238E27FC236}">
                <a16:creationId xmlns:a16="http://schemas.microsoft.com/office/drawing/2014/main" id="{82DE72C0-C73F-9D8D-E06A-512CB3727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095999" y="1869727"/>
            <a:ext cx="140375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838F65-7B57-FA49-F1AC-4149A9425254}"/>
              </a:ext>
            </a:extLst>
          </p:cNvPr>
          <p:cNvSpPr/>
          <p:nvPr/>
        </p:nvSpPr>
        <p:spPr>
          <a:xfrm>
            <a:off x="7499758" y="1497299"/>
            <a:ext cx="1828800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6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감사</a:t>
            </a:r>
          </a:p>
        </p:txBody>
      </p:sp>
      <p:cxnSp>
        <p:nvCxnSpPr>
          <p:cNvPr id="25" name="직선 연결선(S) 98">
            <a:extLst>
              <a:ext uri="{FF2B5EF4-FFF2-40B4-BE49-F238E27FC236}">
                <a16:creationId xmlns:a16="http://schemas.microsoft.com/office/drawing/2014/main" id="{2FD3CA85-794B-58C9-CFF0-B4D549EB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05525" y="2415035"/>
            <a:ext cx="0" cy="139379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(S) 96">
            <a:extLst>
              <a:ext uri="{FF2B5EF4-FFF2-40B4-BE49-F238E27FC236}">
                <a16:creationId xmlns:a16="http://schemas.microsoft.com/office/drawing/2014/main" id="{40ACA57F-F522-9431-DEEE-644C5996D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2190475" y="2416886"/>
            <a:ext cx="0" cy="1448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64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664_TF56610394_Win32" id="{7F33A5B5-4030-445B-B185-841AB81E8314}" vid="{8CB0D240-3914-4F84-8281-A919E3A8A61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색으로 구분된 조직도</Template>
  <TotalTime>13</TotalTime>
  <Words>29</Words>
  <Application>Microsoft Office PowerPoint</Application>
  <PresentationFormat>와이드스크린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 Semilight</vt:lpstr>
      <vt:lpstr>Arial</vt:lpstr>
      <vt:lpstr>Office 테마</vt:lpstr>
      <vt:lpstr>CONTOSO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</dc:title>
  <dc:creator>user</dc:creator>
  <cp:lastModifiedBy>user</cp:lastModifiedBy>
  <cp:revision>3</cp:revision>
  <dcterms:created xsi:type="dcterms:W3CDTF">2023-05-24T01:17:30Z</dcterms:created>
  <dcterms:modified xsi:type="dcterms:W3CDTF">2023-05-30T06:53:10Z</dcterms:modified>
</cp:coreProperties>
</file>